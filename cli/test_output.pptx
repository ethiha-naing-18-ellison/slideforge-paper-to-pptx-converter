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Research Paper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>
                <a:latin typeface="Times New Roman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Methods</a:t>
            </a:r>
          </a:p>
          <a:p>
            <a:r>
              <a:t>• Introduction</a:t>
            </a:r>
          </a:p>
          <a:p>
            <a:r>
              <a:t>• Results</a:t>
            </a:r>
          </a:p>
          <a:p>
            <a:r>
              <a:t>• Discussion</a:t>
            </a:r>
          </a:p>
          <a:p>
            <a:r>
              <a:t>• Conclusion</a:t>
            </a:r>
          </a:p>
          <a:p>
            <a:r>
              <a:t>• References</a:t>
            </a:r>
          </a:p>
          <a:p>
            <a:r>
              <a:t>•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 This paper presents a comprehensive study of machine learning approaches for natural language processing tasks</a:t>
            </a:r>
          </a:p>
          <a:p>
            <a:r>
              <a:t>• We evaluate various algorithms including deep learning models, traditional statistical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2% for deep learning approaches</a:t>
            </a:r>
          </a:p>
          <a:p>
            <a:r>
              <a:t>• BERT model specifically showed the best performance on classification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Recent advances in deep learning have revolutionized the way we approach NLP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Results show that transformer-based models achieve an average accuracy of 92</a:t>
            </a:r>
          </a:p>
          <a:p>
            <a:r>
              <a:t>• 3% across all tasks, compared to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Discussion The superior performance of transformer models can be attributed to their ability to capture contextual relationships in text</a:t>
            </a:r>
          </a:p>
          <a:p>
            <a:r>
              <a:t>• However, these models require significant computational resources and training time</a:t>
            </a:r>
          </a:p>
          <a:p>
            <a:r>
              <a:t>• We discuss the trade-offs between performance and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Conclusion Transformer-based models represent the current state-of-the-art in NLP tasks</a:t>
            </a:r>
          </a:p>
          <a:p>
            <a:r>
              <a:t>• Future work should focus on developing more efficient variants that maintain high performance while reducing computational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"Attention is all you need</a:t>
            </a:r>
          </a:p>
          <a:p>
            <a:r>
              <a:t>• " Advances in neural information processing systems 30 (2017)</a:t>
            </a:r>
          </a:p>
          <a:p>
            <a:r>
              <a:t>• "BERT: Pre-training of Deep Bidirectional Transformers for Language Understanding</a:t>
            </a:r>
          </a:p>
          <a:p>
            <a:r>
              <a:t>• "Language Models are Few-Shot Learners</a:t>
            </a:r>
          </a:p>
          <a:p>
            <a:r>
              <a:t>• " Advances in neural information processing systems 33 (2020)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Should focus on developing more efficient variants that maintain high performance while reducing computational requirements</a:t>
            </a:r>
          </a:p>
          <a:p>
            <a:r>
              <a:t>• "Attention is all you need</a:t>
            </a:r>
          </a:p>
          <a:p>
            <a:r>
              <a:t>• " Advances in neural information processing systems 30 (2017)</a:t>
            </a:r>
          </a:p>
          <a:p>
            <a:r>
              <a:t>• "BERT: Pre-training of Deep Bidirectional Transformers for Language Understanding</a:t>
            </a:r>
          </a:p>
          <a:p>
            <a:r>
              <a:t>• "Language Models are Few-Shot Learners</a:t>
            </a:r>
          </a:p>
          <a:p>
            <a:r>
              <a:t>• " Advances in neural information processing systems 33 (2020)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