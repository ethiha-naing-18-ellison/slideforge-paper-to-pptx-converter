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How to Use Device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User Manual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This paper presents a comprehensive study of machine learning approaches for natural language processing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2% for deep</a:t>
            </a:r>
            <a:r>
              <a:rPr sz="2000" b="0" i="0" u="none">
                <a:solidFill>
                  <a:srgbClr val="111827"/>
                </a:solidFill>
              </a:rPr>
              <a:t> learning approaches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BERT model specifically</a:t>
            </a:r>
            <a:r>
              <a:rPr sz="2000" b="0" i="0" u="none">
                <a:solidFill>
                  <a:srgbClr val="111827"/>
                </a:solidFill>
              </a:rPr>
              <a:t>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 show that transformer-based models achieve an average accuracy of 92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Discussion The superior performance of transformer models can be attributed to their ability to capture contextual relationships in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However, these models require significant computational resources and training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Conclusion Transformer-based models represent the current state-of-the-art in NLP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0" i="0" u="none">
                <a:solidFill>
                  <a:srgbClr val="111827"/>
                </a:solidFill>
              </a:rPr>
              <a:t>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Should focus on developing more efficient variants that maintain high performance while reducing computational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