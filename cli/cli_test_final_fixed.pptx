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(anonymous) Machine Learning Approaches for Natural Language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Research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2% for deep</a:t>
            </a:r>
            <a:r>
              <a:rPr sz="2000" b="0" i="0" u="none">
                <a:solidFill>
                  <a:srgbClr val="111827"/>
                </a:solidFill>
              </a:rPr>
              <a:t>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BERT model specifically</a:t>
            </a:r>
            <a:r>
              <a:rPr sz="2000" b="0" i="0" u="none">
                <a:solidFill>
                  <a:srgbClr val="111827"/>
                </a:solidFill>
              </a:rPr>
              <a:t>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0" i="0" u="none">
                <a:solidFill>
                  <a:srgbClr val="111827"/>
                </a:solidFill>
              </a:rPr>
              <a:t>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