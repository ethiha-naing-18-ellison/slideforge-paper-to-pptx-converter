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Untitled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 — A Low-Cost Hand Recognition Based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A Low-cost</a:t>
            </a:r>
            <a:r>
              <a:rPr sz="1600" b="0" i="0" u="none">
                <a:solidFill>
                  <a:srgbClr val="111827"/>
                </a:solidFill>
              </a:rPr>
              <a:t>Hand Recognition Based Smart Board Model (HRbSBM) for the Education System Thiha Naing, S M…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Proposed Model</a:t>
            </a:r>
            <a:r>
              <a:rPr sz="1600" b="0" i="0" u="none">
                <a:solidFill>
                  <a:srgbClr val="111827"/>
                </a:solidFill>
              </a:rPr>
              <a:t>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proposed</a:t>
            </a:r>
            <a:r>
              <a:rPr sz="1600" b="0" i="0" u="none">
                <a:solidFill>
                  <a:srgbClr val="111827"/>
                </a:solidFill>
              </a:rPr>
              <a:t>model (HRbSBM) will also be beneficial for those teachers who cannot stand and cannot…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By using</a:t>
            </a:r>
            <a:r>
              <a:rPr sz="1600" b="0" i="0" u="none">
                <a:solidFill>
                  <a:srgbClr val="111827"/>
                </a:solidFill>
              </a:rPr>
              <a:t>their hand gesture, they can educate the students.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Model Hrbsbm, Education System, Hand Gesture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585289152000"/>
            <a:ext cx="9448239168000" cy="6689018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deck summarizes the document into actionable insights.</a:t>
            </a:r>
          </a:p>
          <a:p>
            <a:r>
              <a:t>Sections: Introduction, Methods, Results, Limitations,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Objective: In</a:t>
            </a:r>
            <a:r>
              <a:rPr sz="1600" b="0" i="0" u="none">
                <a:solidFill>
                  <a:srgbClr val="111827"/>
                </a:solidFill>
              </a:rPr>
              <a:t>the conventional method, a wireless pen or remote is provided to the presenting person and that…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Summary: In</a:t>
            </a:r>
            <a:r>
              <a:rPr sz="1600" b="0" i="0" u="none">
                <a:solidFill>
                  <a:srgbClr val="111827"/>
                </a:solidFill>
              </a:rPr>
              <a:t>the conventional method, a wireless pen or remote is provided to the presenting person and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Conventional Method, Conventional Method Wireless, Conventional Method Wireless Pen, Method Wireless, Method Wireless 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