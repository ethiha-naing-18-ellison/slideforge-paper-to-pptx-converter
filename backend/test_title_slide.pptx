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A Low-cost Hand Recognition Based Smart Board Model (HRbSBM) for the Education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Research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