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>
                <a:latin typeface="Times New Roman"/>
              </a:defRPr>
            </a:pPr>
            <a:r>
              <a:t>Machine Learning Approaches for Natural Language Processing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 i="1">
                <a:latin typeface="Times New Roman"/>
              </a:defRPr>
            </a:pPr>
            <a:r>
              <a:t>John Smith, Jane Doe, Robert Johnson</a:t>
            </a:r>
          </a:p>
          <a:p>
            <a:r>
              <a:t>International Conference on AI</a:t>
            </a:r>
          </a:p>
          <a:p>
            <a:r>
              <a:t>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Times New Roman"/>
              </a:defRPr>
            </a:pPr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latin typeface="Times New Roman"/>
              </a:defRPr>
            </a:pPr>
            <a:r>
              <a:t>• Abstract</a:t>
            </a:r>
          </a:p>
          <a:p>
            <a:r>
              <a:t>• Methods</a:t>
            </a:r>
          </a:p>
          <a:p>
            <a:r>
              <a:t>• Introduction</a:t>
            </a:r>
          </a:p>
          <a:p>
            <a:r>
              <a:t>• Results</a:t>
            </a:r>
          </a:p>
          <a:p>
            <a:r>
              <a:t>• Discussion</a:t>
            </a:r>
          </a:p>
          <a:p>
            <a:r>
              <a:t>• Conclusion</a:t>
            </a:r>
          </a:p>
          <a:p>
            <a:r>
              <a:t>• References</a:t>
            </a:r>
          </a:p>
          <a:p>
            <a:r>
              <a:t>•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/>
              <a:t>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62895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Abstract This paper presents a comprehensive study of machine learning approaches for natural language processing tasks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We evaluate various algorithms including deep learning models, traditional statistical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/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62895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2% for deep learning approaches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BERT model specifically showed the best performance on classification tasks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/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62895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Recent advances in deep learning have revolutionized the way we approach NLP tasks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/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62895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Results show that transformer-based models achieve an average accuracy of 92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3% across all tasks, compared to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/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62895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Discussion The superior performance of transformer models can be attributed to their ability to capture contextual relationships in text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However, these models require significant computational resources and training time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We discuss the trade-offs between performance and efficiency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62895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Conclusion Transformer-based models represent the current state-of-the-art in NLP tasks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Future work should focus on developing more efficient variants that maintain high performance while reducing computational requirements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62895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"Attention is all you need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" Advances in neural information processing systems 30 (2017)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"BERT: Pre-training of Deep Bidirectional Transformers for Language Understanding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"Language Models are Few-Shot Learners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" Advances in neural information processing systems 33 (2020)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/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62895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Should focus on developing more efficient variants that maintain high performance while reducing computational requirements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"Attention is all you need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" Advances in neural information processing systems 30 (2017)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"BERT: Pre-training of Deep Bidirectional Transformers for Language Understanding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"Language Models are Few-Shot Learners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  <a:defRPr sz="2000"/>
            </a:pPr>
            <a:r>
              <a:t>" Advances in neural information processing systems 33 (2020)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Times New Roman"/>
              </a:defRPr>
            </a:pPr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latin typeface="Times New Roman"/>
              </a:defRPr>
            </a:pPr>
            <a:r>
              <a:t>DOI: 10.1234/example.doi</a:t>
            </a:r>
          </a:p>
          <a:p>
            <a:r>
              <a:t>URL: https://example.com/paper</a:t>
            </a:r>
          </a:p>
          <a:p>
            <a:r>
              <a:t>Published in: International Conference on AI (2024)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