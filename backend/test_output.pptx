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Machine Learning Approaches for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Times New Roman"/>
              </a:defRPr>
            </a:pPr>
            <a:r>
              <a:t>John Smith, Jane Doe, Robert Johnson</a:t>
            </a:r>
          </a:p>
          <a:p>
            <a:r>
              <a:t>International Conference on AI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 This paper presents a comprehensive study of machine learning approaches for natural language processing tasks</a:t>
            </a:r>
          </a:p>
          <a:p>
            <a:r>
              <a:t>• 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2% for deep learning approaches</a:t>
            </a:r>
          </a:p>
          <a:p>
            <a:r>
              <a:t>• BERT model specifically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Results show that transformer-based models achieve an average accuracy of 92</a:t>
            </a:r>
          </a:p>
          <a:p>
            <a:r>
              <a:t>• 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Discussion The superior performance of transformer models can be attributed to their ability to capture contextual relationships in text</a:t>
            </a:r>
          </a:p>
          <a:p>
            <a:r>
              <a:t>• However, these models require significant computational resources and training time</a:t>
            </a:r>
          </a:p>
          <a:p>
            <a:r>
              <a:t>• 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Conclusion Transformer-based models represent the current state-of-the-art in NLP tasks</a:t>
            </a:r>
          </a:p>
          <a:p>
            <a:r>
              <a:t>• Future work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"Attention is all you need</a:t>
            </a:r>
          </a:p>
          <a:p>
            <a:r>
              <a:t>• " Advances in neural information processing systems 30 (2017)</a:t>
            </a:r>
          </a:p>
          <a:p>
            <a:r>
              <a:t>• "BERT: Pre-training of Deep Bidirectional Transformers for Language Understanding</a:t>
            </a:r>
          </a:p>
          <a:p>
            <a:r>
              <a:t>• "Language Models are Few-Shot Learners</a:t>
            </a:r>
          </a:p>
          <a:p>
            <a:r>
              <a:t>• 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Should focus on developing more efficient variants that maintain high performance while reducing computational requirements</a:t>
            </a:r>
          </a:p>
          <a:p>
            <a:r>
              <a:t>• "Attention is all you need</a:t>
            </a:r>
          </a:p>
          <a:p>
            <a:r>
              <a:t>• " Advances in neural information processing systems 30 (2017)</a:t>
            </a:r>
          </a:p>
          <a:p>
            <a:r>
              <a:t>• "BERT: Pre-training of Deep Bidirectional Transformers for Language Understanding</a:t>
            </a:r>
          </a:p>
          <a:p>
            <a:r>
              <a:t>• "Language Models are Few-Shot Learners</a:t>
            </a:r>
          </a:p>
          <a:p>
            <a:r>
              <a:t>• " Advances in neural information processing systems 33 (2020)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DOI: 10.1234/example.doi</a:t>
            </a:r>
          </a:p>
          <a:p>
            <a:r>
              <a:t>URL: https://example.com/paper</a:t>
            </a:r>
          </a:p>
          <a:p>
            <a:r>
              <a:t>Published in: International Conference on AI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