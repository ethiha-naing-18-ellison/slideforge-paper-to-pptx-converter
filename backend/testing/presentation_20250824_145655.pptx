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  <a:p>
            <a:r>
              <a:t>• References</a:t>
            </a:r>
          </a:p>
          <a:p>
            <a:r>
              <a:t>• Limitations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Abstract: In a well growing and fast-moving organization, presenting work should be smart and emphasized looking</a:t>
            </a:r>
          </a:p>
          <a:p>
            <a:r>
              <a:t>• By using their hand gesture, they can educate the students</a:t>
            </a:r>
          </a:p>
          <a:p>
            <a:r>
              <a:t>• Will be able to use a hand gesture to control its computer</a:t>
            </a:r>
          </a:p>
          <a:p>
            <a:r>
              <a:t>• Keywords: Virtualization, Computer Vision, Smart Board, Image Processing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INTRODUCTION The advent of technology has revolutionized various sectors, including education</a:t>
            </a:r>
          </a:p>
          <a:p>
            <a:r>
              <a:t>• One such promising development is the “A Low-cost Hand Recognition Based Smart Board Model (HRbSBM) for the Education System”</a:t>
            </a:r>
          </a:p>
          <a:p>
            <a:r>
              <a:t>• ​ Background Hand gesture recognition has become a significant area of research in the field of human-computer interaction [20]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1 System Requirements Specification Hardware: Computer, Camera Software Part: IDE, Libraries: OpenCV, MediaPipe, Pandas, Numpy 3</a:t>
            </a:r>
          </a:p>
          <a:p>
            <a:r>
              <a:t>• 2 Model Selection ​ For real-time gesture recognition in your system, you've chosen a model provided by the cvzone library</a:t>
            </a:r>
          </a:p>
          <a:p>
            <a:r>
              <a:t>• You can mention the specific model used for hand tracking and the rationale behind selecting it for your system</a:t>
            </a:r>
          </a:p>
          <a:p>
            <a:r>
              <a:t>• Discuss factors such as accuracy, speed, and ease of integration with your existing codebase</a:t>
            </a:r>
          </a:p>
          <a:p>
            <a:r>
              <a:t>• For our hand gesture presentation system, we have chosen a model provided by the `cvzone` library</a:t>
            </a:r>
          </a:p>
          <a:p>
            <a:r>
              <a:t>• 3 System Integration Real-time Gesture Recognition Control Mechanism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Adaptive Algorithms: Developing adaptive algorithms that can adjust to different lighting conditions and background complexities</a:t>
            </a:r>
          </a:p>
          <a:p>
            <a:r>
              <a:t>• User Customization: Allowing users to customize gestures according to their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Environment is very useful and helpful for the all users but especially to the educational institutions</a:t>
            </a:r>
          </a:p>
          <a:p>
            <a:r>
              <a:t>• If any user required more services or extra resources, he just can bit amount and can enjoy that services [6,7,8,9,10]</a:t>
            </a:r>
          </a:p>
          <a:p>
            <a:r>
              <a:t>• ​ System Requirements Specification 3</a:t>
            </a:r>
          </a:p>
          <a:p>
            <a:r>
              <a:t>• ​ Hardware: Computer, Camera ●​ Camera A high-resolution camera is essential for accurately detecting and tracking hand-gestures</a:t>
            </a:r>
          </a:p>
          <a:p>
            <a:r>
              <a:t>• For better performance, an NVIDIA GTX 1660 or RTX 2060 is recommended</a:t>
            </a:r>
          </a:p>
          <a:p>
            <a:r>
              <a:t>• 04 or later) ○​ Additional Peripherals: A stable internet connection for software updates and any cloud-based processing needs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Adaptive Algorithms: Developing adaptive algorithms that can adjust to different lighting conditions and background complexities</a:t>
            </a:r>
          </a:p>
          <a:p>
            <a:r>
              <a:t>• User Customization: Allowing users to customize gestures according to their preferences</a:t>
            </a:r>
          </a:p>
          <a:p>
            <a:r>
              <a:t>• 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