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Research 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39"/>
            <a:ext cx="10362895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/>
              <a:t>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Abstract</a:t>
            </a:r>
          </a:p>
          <a:p>
            <a:r>
              <a:t>• Introduction</a:t>
            </a:r>
          </a:p>
          <a:p>
            <a:r>
              <a:t>• Methods</a:t>
            </a:r>
          </a:p>
          <a:p>
            <a:r>
              <a:t>• Results</a:t>
            </a:r>
          </a:p>
          <a:p>
            <a:r>
              <a:t>• References</a:t>
            </a:r>
          </a:p>
          <a:p>
            <a:r>
              <a:t>• Limitations</a:t>
            </a:r>
          </a:p>
          <a:p>
            <a:r>
              <a:t>•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Abstract: In a well growing and fast-moving organization, presenting work should be smart and emphasized looking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By using their hand gesture, they can educate the students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Will be able to use a hand gesture to control its computer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Keywords: Virtualization, Computer Vision, Smart Board, Image Processing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INTRODUCTION The advent of technology has revolutionized various sectors, including education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One such promising development is the “A Low-cost Hand Recognition Based Smart Board Model (HRbSBM) for the Education System”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​ Background Hand gesture recognition has become a significant area of research in the field of human-computer interaction [20]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1 System Requirements</a:t>
            </a:r>
            <a:r>
              <a:rPr sz="2000" b="0" i="0" u="none">
                <a:solidFill>
                  <a:srgbClr val="111827"/>
                </a:solidFill>
              </a:rPr>
              <a:t> Specification Hardware: Computer, Camera Software Part: IDE, Libraries: OpenCV, MediaPipe, Pandas, Numpy 3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2 Model Selection</a:t>
            </a:r>
            <a:r>
              <a:rPr sz="2000" b="0" i="0" u="none">
                <a:solidFill>
                  <a:srgbClr val="111827"/>
                </a:solidFill>
              </a:rPr>
              <a:t> ​ For real-time gesture recognition in your system, you've chosen a model provided by the cvzone library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You can mention</a:t>
            </a:r>
            <a:r>
              <a:rPr sz="2000" b="0" i="0" u="none">
                <a:solidFill>
                  <a:srgbClr val="111827"/>
                </a:solidFill>
              </a:rPr>
              <a:t> the specific model used for hand tracking and the rationale behind selecting it for your system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Discuss factors such</a:t>
            </a:r>
            <a:r>
              <a:rPr sz="2000" b="0" i="0" u="none">
                <a:solidFill>
                  <a:srgbClr val="111827"/>
                </a:solidFill>
              </a:rPr>
              <a:t> as accuracy, speed, and ease of integration with your existing codebase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For our hand</a:t>
            </a:r>
            <a:r>
              <a:rPr sz="2000" b="0" i="0" u="none">
                <a:solidFill>
                  <a:srgbClr val="111827"/>
                </a:solidFill>
              </a:rPr>
              <a:t> gesture presentation system, we have chosen a model provided by the `cvzone` library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3 System Integration</a:t>
            </a:r>
            <a:r>
              <a:rPr sz="2000" b="0" i="0" u="none">
                <a:solidFill>
                  <a:srgbClr val="111827"/>
                </a:solidFill>
              </a:rPr>
              <a:t> Real-time Gesture Recognition Control Mechanism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Adaptive Algorithms: Developing adaptive algorithms that can adjust to different lighting conditions and background complexities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User Customization: Allowing users to customize gestures according to their 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Collaborative Tools: Enhancing remote collaboration tools by integrating gesture controls for better interaction and engagement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Environment is very useful and helpful for the all users but especially to the educational institutions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If any user required more services or extra resources, he just can bit amount and can enjoy that services [6,7,8,9,10]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​ System Requirements Specification 3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​ Hardware: Computer, Camera ●​ Camera A high-resolution camera is essential for accurately detecting and tracking hand-gestures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For better performance, an NVIDIA GTX 1660 or RTX 2060 is recommended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04 or later) ○​ Additional Peripherals: A stable internet connection for software updates and any cloud-based processing needs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Adaptive Algorithms: Developing adaptive algorithms that can adjust to different lighting conditions and background complexities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User Customization: Allowing users to customize gestures according to their preferences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Collaborative Tools: Enhancing remote collaboration tools by integrating gesture controls for better interaction and engagement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Abstract: In a well growing and fast-moving organization, presenting work should be smart and emphasized looking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By using their hand gesture, they can educate the students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INTRODUCTION The advent of technology has revolutionized various sectors, including education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One such promising development is the “A Low-cost Hand Recognition Based Smart Board Model (HRbSBM) for the Education System”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1 System Requirements Specification Hardware: Computer, Camera Software Part: IDE, Libraries: OpenCV, MediaPipe, Pandas, Numpy 3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2 Model Selection ​ For real-time gesture recognition in your system, you've chosen a model provided by the cvzone library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