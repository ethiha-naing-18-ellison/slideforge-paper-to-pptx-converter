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Machine Learning Approaches for 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latin typeface="Times New Roman"/>
              </a:defRPr>
            </a:pPr>
            <a:r>
              <a:t>John Smith, Jane Doe, Robert Johnson</a:t>
            </a:r>
          </a:p>
          <a:p>
            <a:r>
              <a:t>International Conference on AI</a:t>
            </a:r>
          </a:p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Methods</a:t>
            </a:r>
          </a:p>
          <a:p>
            <a:r>
              <a:t>• Introduction</a:t>
            </a:r>
          </a:p>
          <a:p>
            <a:r>
              <a:t>• Results</a:t>
            </a:r>
          </a:p>
          <a:p>
            <a:r>
              <a:t>• Discussion</a:t>
            </a:r>
          </a:p>
          <a:p>
            <a:r>
              <a:t>• Conclusion</a:t>
            </a:r>
          </a:p>
          <a:p>
            <a:r>
              <a:t>• References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 This paper presents a comprehensive study of machine learning approaches for natural language processing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evaluate various algorithms including deep learning models, traditional statistical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2% for deep</a:t>
            </a:r>
            <a:r>
              <a:rPr sz="2000" b="0" i="0" u="none">
                <a:solidFill>
                  <a:srgbClr val="111827"/>
                </a:solidFill>
              </a:rPr>
              <a:t> learning approaches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BERT model specifically</a:t>
            </a:r>
            <a:r>
              <a:rPr sz="2000" b="0" i="0" u="none">
                <a:solidFill>
                  <a:srgbClr val="111827"/>
                </a:solidFill>
              </a:rPr>
              <a:t> showed the best performance on classification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Recent advances in deep learning have revolutionized the way we approach NLP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0" u="none">
                <a:solidFill>
                  <a:srgbClr val="111827"/>
                </a:solidFill>
              </a:rPr>
              <a:t>s show that transformer-based models achieve an average accuracy of 92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3% across all tasks, compared to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Discussion The superior performance of transformer models can be attributed to their ability to capture contextual relationships in text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However, these models require significant computational resources and training time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discuss the trade-offs between performance and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Conclusion Transformer-based models represent the current state-of-the-art in NLP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Future work</a:t>
            </a:r>
            <a:r>
              <a:rPr sz="2000" b="0" i="0" u="none">
                <a:solidFill>
                  <a:srgbClr val="111827"/>
                </a:solidFill>
              </a:rPr>
              <a:t> should focus on developing more efficient variants that maintain high performance while reducing computational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Should focus on developing more efficient variants that maintain high performance while reducing computational requirements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DOI: 10.1234/example.doi</a:t>
            </a:r>
          </a:p>
          <a:p>
            <a:r>
              <a:t>URL: https://example.com/paper</a:t>
            </a:r>
          </a:p>
          <a:p>
            <a:r>
              <a:t>Published in: International Conference on AI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