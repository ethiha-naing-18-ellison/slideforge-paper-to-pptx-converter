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i="1">
                <a:latin typeface="Times New Roman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  <a:p>
            <a:r>
              <a:t>• References</a:t>
            </a:r>
          </a:p>
          <a:p>
            <a:r>
              <a:t>• Limitations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200" b="1"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Abstract: In a well growing and fast-moving organization, presenting work should be smart and emphasized looking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By using their hand gesture, they can educate the students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Will be able to use a hand gesture to control its computer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Keywords: Virtualization, Computer Vision, Smart Board, Image Processing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2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INTRODUCTION The advent of technology has revolutionized various sectors, including education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One such promising development is the “A Low-cost Hand Recognition Based Smart Board Model (HRbSBM) for the Education System”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​ Background Hand gesture recognition has become a significant area of research in the field of human-computer interaction [20]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200" b="1"/>
            </a:pPr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1 System Requirements Specification Hardware: Computer, Camera Software Part: IDE, Libraries: OpenCV, MediaPipe, Pandas, Numpy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2 Model Selection ​ For real-time gesture recognition in your system, you've chosen a model provided by the cvzone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You can mention the specific model used for hand tracking and the rationale behind selecting it for your system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Discuss factors such as accuracy, speed, and ease of integration with your existing codebase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For our hand gesture presentation system, we have chosen a model provided by the `cvzone` library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3 System Integration Real-time Gesture Recognition Control Mechanism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4 Testing and Evaluation Test Scenarios Performance Metrics User Testing (Flowchart)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200" b="1"/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User Customization: Allowing users to customize gestures according to their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200" b="1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200" b="1"/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Environment is very useful and helpful for the all users but especially to the educational institutions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If any user required more services or extra resources, he just can bit amount and can enjoy that services [6,7,8,9,10]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​ System Requirements Specification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​ Hardware: Computer, Camera ●​ Camera A high-resolution camera is essential for accurately detecting and tracking hand-gestures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For better performance, an NVIDIA GTX 1660 or RTX 2060 is recommended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04 or later) ○​ Additional Peripherals: A stable internet connection for software updates and any cloud-based processing needs 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​ Software: ●​ Importing Libraries ○​ OpenCv: We used it for image processing and gesture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HandTrackingModule: The HandDetector class from cvzone for hand tracking and gesture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○​ numpy: The numpy library fro numerical operations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1600"/>
            </a:pPr>
            <a:r>
              <a:t>○​ cv2: It is the OpenCV library for image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200" b="1"/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Adaptive Algorithms: Developing adaptive algorithms that can adjust to different lighting conditions and background complexities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User Customization: Allowing users to customize gestures according to their preferences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Collaborative Tools: Enhancing remote collaboration tools by integrating gesture controls for better interaction and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