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Overridden Title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91639"/>
            <a:ext cx="10362895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800"/>
              <a:t>Project Report  •  John Doe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latin typeface="Times New Roman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Times New Roman"/>
              </a:defRPr>
            </a:pPr>
            <a:r>
              <a:t>• 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Test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40080"/>
            <a:ext cx="10362895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3200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362895" cy="4663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000" b="0" i="0" u="none">
                <a:solidFill>
                  <a:srgbClr val="111827"/>
                </a:solidFill>
              </a:rPr>
              <a:t>Test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