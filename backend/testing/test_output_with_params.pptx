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Custom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39"/>
            <a:ext cx="10362895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/>
              <a:t>User Manual  •  John Doe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</a:t>
            </a:r>
          </a:p>
          <a:p>
            <a:r>
              <a:t>•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This is a test abstract.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This is an introduction.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This is a test abstract.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This is an introduction.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