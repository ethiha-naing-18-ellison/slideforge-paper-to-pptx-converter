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Test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Report  • 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point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point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Intro point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Intro point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point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point 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Intro point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Intro 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