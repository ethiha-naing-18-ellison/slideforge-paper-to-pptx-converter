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/>
            </a:pPr>
            <a:r>
              <a:t>Untitled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Overview — A Low-Cost Hand Recognition Based Smart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A Low-cost</a:t>
            </a:r>
            <a:r>
              <a:rPr sz="1600" b="0" i="0" u="none">
                <a:solidFill>
                  <a:srgbClr val="111827"/>
                </a:solidFill>
              </a:rPr>
              <a:t>Hand Recognition Based Smart Board Model (HRbSBM) for the Education System Thiha Naing, S M…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One such</a:t>
            </a:r>
            <a:r>
              <a:rPr sz="1600" b="0" i="0" u="none">
                <a:solidFill>
                  <a:srgbClr val="111827"/>
                </a:solidFill>
              </a:rPr>
              <a:t>promising development is the “A Low-cost Hand Recognition Based Smart Board Model (HRbSBM) for the…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This research</a:t>
            </a:r>
            <a:r>
              <a:rPr sz="1600" b="0" i="0" u="none">
                <a:solidFill>
                  <a:srgbClr val="111827"/>
                </a:solidFill>
              </a:rPr>
              <a:t>builds upon these foundations, proposing a low-cost model specifically designed for the education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Education System, Student Aiu, Student Aiu Edu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Overview — By Using Their Hand Gesture They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By using</a:t>
            </a:r>
            <a:r>
              <a:rPr sz="1600" b="0" i="0" u="none">
                <a:solidFill>
                  <a:srgbClr val="111827"/>
                </a:solidFill>
              </a:rPr>
              <a:t>their hand gesture, they can educate the students.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However, the</a:t>
            </a:r>
            <a:r>
              <a:rPr sz="1600" b="0" i="0" u="none">
                <a:solidFill>
                  <a:srgbClr val="111827"/>
                </a:solidFill>
              </a:rPr>
              <a:t>former can be expensive and unstable in some environments.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Their Hand, Their Hand Gesture, Hand Gesture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Overview — Keywords Virtualization Computer Vision Smart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Virtualization, Computer</a:t>
            </a:r>
            <a:r>
              <a:rPr sz="1600" b="0" i="0" u="none">
                <a:solidFill>
                  <a:srgbClr val="111827"/>
                </a:solidFill>
              </a:rPr>
              <a:t>Vision, Smart Board, Image Processing 1.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INTRODUCTION The</a:t>
            </a:r>
            <a:r>
              <a:rPr sz="1600" b="0" i="0" u="none">
                <a:solidFill>
                  <a:srgbClr val="111827"/>
                </a:solidFill>
              </a:rPr>
              <a:t>advent of technology has revolutionized various…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Various methods</a:t>
            </a:r>
            <a:r>
              <a:rPr sz="1600" b="0" i="0" u="none">
                <a:solidFill>
                  <a:srgbClr val="111827"/>
                </a:solidFill>
              </a:rPr>
              <a:t>have been proposed, including wearable gloves and vision-based 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Virtualization, Virtualization Computer, Virtualization Computer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Overview — This Research Aims To Explore The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This research</a:t>
            </a:r>
            <a:r>
              <a:rPr sz="1600" b="0" i="0" u="none">
                <a:solidFill>
                  <a:srgbClr val="111827"/>
                </a:solidFill>
              </a:rPr>
              <a:t>aims to explore the potential of hand recognition technology in enhancing the learning experience, making…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The HRbSBM,</a:t>
            </a:r>
            <a:r>
              <a:rPr sz="1600" b="0" i="0" u="none">
                <a:solidFill>
                  <a:srgbClr val="111827"/>
                </a:solidFill>
              </a:rPr>
              <a:t>a cost-effective solution, leverages advanced algorithms and techniques to recognize hand gestures, thereby enabling a…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The goal</a:t>
            </a:r>
            <a:r>
              <a:rPr sz="1600" b="0" i="0" u="none">
                <a:solidFill>
                  <a:srgbClr val="111827"/>
                </a:solidFill>
              </a:rPr>
              <a:t>is to make digital learning more accessible and interactive, potentially benefiting students and educators alike [19].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Research Aims, Hand Recognition, Hand Recognition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Overview — Proposed Model Hrbsbm Will Provide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Proposed Model</a:t>
            </a:r>
            <a:r>
              <a:rPr sz="1600" b="0" i="0" u="none">
                <a:solidFill>
                  <a:srgbClr val="111827"/>
                </a:solidFill>
              </a:rPr>
              <a:t>HRbSBM will provide a cozy environment to the researchers, teachers, students, and industry persons for…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This proposed</a:t>
            </a:r>
            <a:r>
              <a:rPr sz="1600" b="0" i="0" u="none">
                <a:solidFill>
                  <a:srgbClr val="111827"/>
                </a:solidFill>
              </a:rPr>
              <a:t>model (HRbSBM) will also be beneficial for those teachers who cannot stand and cannot…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It will</a:t>
            </a:r>
            <a:r>
              <a:rPr sz="1600" b="0" i="0" u="none">
                <a:solidFill>
                  <a:srgbClr val="111827"/>
                </a:solidFill>
              </a:rPr>
              <a:t>be able to use a hand gesture to control its computer.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In the</a:t>
            </a:r>
            <a:r>
              <a:rPr sz="1600" b="0" i="0" u="none">
                <a:solidFill>
                  <a:srgbClr val="111827"/>
                </a:solidFill>
              </a:rPr>
              <a:t>conventional method, a wireless pen or remote is provided to the presenting person and that…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Proposed Model, Proposed Model Hrbsbm, Model Hrbsbm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Overview — During The Presentation Changing The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During the</a:t>
            </a:r>
            <a:r>
              <a:rPr sz="1600" b="0" i="0" u="none">
                <a:solidFill>
                  <a:srgbClr val="111827"/>
                </a:solidFill>
              </a:rPr>
              <a:t>presentation, changing the presentation, drawing something on the screen, and controlling the computer is no…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On the</a:t>
            </a:r>
            <a:r>
              <a:rPr sz="1600" b="0" i="0" u="none">
                <a:solidFill>
                  <a:srgbClr val="111827"/>
                </a:solidFill>
              </a:rPr>
              <a:t>other hand, vision-based systems, like the one proposed in this research, offer a more user-friendly…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Presentation Changing, Presentation Drawing, Presentation Drawing Something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6127360000" y="585289152000"/>
            <a:ext cx="9448239168000" cy="66890188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/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deck summarizes the document into actionable insights.</a:t>
            </a:r>
          </a:p>
          <a:p>
            <a:r>
              <a:t>Sections: Introduction, Methods, Results, Limitations, Conclusion.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Other: In</a:t>
            </a:r>
            <a:r>
              <a:rPr sz="1600" b="0" i="0" u="none">
                <a:solidFill>
                  <a:srgbClr val="111827"/>
                </a:solidFill>
              </a:rPr>
              <a:t>the conventional method, a wireless pen or remote is provided to the presenting person and that…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Summary: In</a:t>
            </a:r>
            <a:r>
              <a:rPr sz="1600" b="0" i="0" u="none">
                <a:solidFill>
                  <a:srgbClr val="111827"/>
                </a:solidFill>
              </a:rPr>
              <a:t>the conventional method, a wireless pen or remote is provided to the presenting person and that…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Hand Gesture, Conventional Method, Conventional Method Wireless, Conventional Method Wireless Pen, Method Wireless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