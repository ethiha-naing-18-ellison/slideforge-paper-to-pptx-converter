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A Low-cost Hand Recognition Based Smart Board Model (HRbSBM) for the Education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 — Abstract In A Well Growing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a</a:t>
            </a:r>
            <a:r>
              <a:rPr sz="1600" b="0" i="0" u="none">
                <a:solidFill>
                  <a:srgbClr val="111827"/>
                </a:solidFill>
              </a:rPr>
              <a:t>well growing and fast-moving organization, presenting work should be smart and emphasized looking.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Proposed Model</a:t>
            </a:r>
            <a:r>
              <a:rPr sz="1600" b="0" i="0" u="none">
                <a:solidFill>
                  <a:srgbClr val="111827"/>
                </a:solidFill>
              </a:rPr>
              <a:t>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proposed</a:t>
            </a:r>
            <a:r>
              <a:rPr sz="1600" b="0" i="0" u="none">
                <a:solidFill>
                  <a:srgbClr val="111827"/>
                </a:solidFill>
              </a:rPr>
              <a:t>model (HRbSBM) will also be beneficial for those teachers who cannot stand and cannot…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By using</a:t>
            </a:r>
            <a:r>
              <a:rPr sz="1600" b="0" i="0" u="none">
                <a:solidFill>
                  <a:srgbClr val="111827"/>
                </a:solidFill>
              </a:rPr>
              <a:t>their hand gesture, they can educate the students.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Model Hrbsbm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 — Introduction The Advent Of Technology 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INTRODUCTION The</a:t>
            </a:r>
            <a:r>
              <a:rPr sz="1600" b="0" i="0" u="none">
                <a:solidFill>
                  <a:srgbClr val="111827"/>
                </a:solidFill>
              </a:rPr>
              <a:t>advent of technology has revolutionized various sectors, including education.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One such</a:t>
            </a:r>
            <a:r>
              <a:rPr sz="1600" b="0" i="0" u="none">
                <a:solidFill>
                  <a:srgbClr val="111827"/>
                </a:solidFill>
              </a:rPr>
              <a:t>promising development is the “A Low-cost Hand Recognition Based Smart Board Model (HRbSBM) for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aims to explore the potential of hand recognition technology in enhancing the learning experience, making…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a cost-effective solution, leverages advanced algorithms and techniques to recognize hand gestures, thereby enabling 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Education System, Hand Recognition, Smart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Due To The Nature Of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the nature of the flexible environment of cloud computing for business, Information Technology and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its flexible infrastructure, a user can access his/her information when and where required because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the</a:t>
            </a:r>
            <a:r>
              <a:rPr sz="1600" b="0" i="0" u="none">
                <a:solidFill>
                  <a:srgbClr val="111827"/>
                </a:solidFill>
              </a:rPr>
              <a:t>current era the significance of cloud computing environment is habitual as well as addict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It is</a:t>
            </a:r>
            <a:r>
              <a:rPr sz="1600" b="0" i="0" u="none">
                <a:solidFill>
                  <a:srgbClr val="111827"/>
                </a:solidFill>
              </a:rPr>
              <a:t>because of its fusion of intelligence and connectivity throughout the world, which enhance and change…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Cloud Computing, Cloud Services, Information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If Any User Required More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If any</a:t>
            </a:r>
            <a:r>
              <a:rPr sz="1600" b="0" i="0" u="none">
                <a:solidFill>
                  <a:srgbClr val="111827"/>
                </a:solidFill>
              </a:rPr>
              <a:t>user required more services or extra resources, he just can bit amount and can enjoy…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Not only</a:t>
            </a:r>
            <a:r>
              <a:rPr sz="1600" b="0" i="0" u="none">
                <a:solidFill>
                  <a:srgbClr val="111827"/>
                </a:solidFill>
              </a:rPr>
              <a:t>this few educational institutes are adapt the cloud services for their mail services data storage…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If Any, If Any User, If Any User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Due To The Broader Nature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the broader nature of cloud environment, generally it can be divided into three main categories…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Broader Nature, Cloud Environment, Cloud Environment Generally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Virtual Computers Lab Is One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Virtual Computers</a:t>
            </a:r>
            <a:r>
              <a:rPr sz="1600" b="0" i="0" u="none">
                <a:solidFill>
                  <a:srgbClr val="111827"/>
                </a:solidFill>
              </a:rPr>
              <a:t>Lab is one of the good examples with pre-installed software to create quickly lab environment…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this</a:t>
            </a:r>
            <a:r>
              <a:rPr sz="1600" b="0" i="0" u="none">
                <a:solidFill>
                  <a:srgbClr val="111827"/>
                </a:solidFill>
              </a:rPr>
              <a:t>regard author presented a network model in R language and configure it in a virtual…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Virtual Computers, Virtual Computers Lab, Computers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Literature Review The Culture Of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LITERATURE REVIEW</a:t>
            </a:r>
            <a:r>
              <a:rPr sz="1600" b="0" i="0" u="none">
                <a:solidFill>
                  <a:srgbClr val="111827"/>
                </a:solidFill>
              </a:rPr>
              <a:t>The culture of cloud computing is increasing day by day because onsite education requires a…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this enhancement of the nature of network education institutions which are unable to invest on…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Literature Review, Cloud Computing, Increasing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This Environment Is Very Useful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environment</a:t>
            </a:r>
            <a:r>
              <a:rPr sz="1600" b="0" i="0" u="none">
                <a:solidFill>
                  <a:srgbClr val="111827"/>
                </a:solidFill>
              </a:rPr>
              <a:t>is very useful and helpful for the all users but especially to the educational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Very Useful, All Users, All Users 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 — Methodology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METHODOLOGY 3.1.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System Requirements</a:t>
            </a:r>
            <a:r>
              <a:rPr sz="1600" b="0" i="0" u="none">
                <a:solidFill>
                  <a:srgbClr val="111827"/>
                </a:solidFill>
              </a:rPr>
              <a:t>Specification 3.1.1.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Hardware: Computer,</a:t>
            </a:r>
            <a:r>
              <a:rPr sz="1600" b="0" i="0" u="none">
                <a:solidFill>
                  <a:srgbClr val="111827"/>
                </a:solidFill>
              </a:rPr>
              <a:t>Camera ● Camera A high-resolution camera is essential for accurately detecting and tracking hand-gestures. ○…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For better</a:t>
            </a:r>
            <a:r>
              <a:rPr sz="1600" b="0" i="0" u="none">
                <a:solidFill>
                  <a:srgbClr val="111827"/>
                </a:solidFill>
              </a:rPr>
              <a:t>performance, an NVIDIA GTX 1660 or RTX 2060 is recommended. ○ Memory (RAM): Minimum of…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Gesture Recognition, Presentation Image, Hand Gesture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 — Results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RESULTS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 — Discussion 4.1 Navigations Right Left Drawing/Annotation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Discussion 4.1</a:t>
            </a:r>
            <a:r>
              <a:rPr sz="1600" b="0" i="0" u="none">
                <a:solidFill>
                  <a:srgbClr val="111827"/>
                </a:solidFill>
              </a:rPr>
              <a:t>Navigations Right: Left Drawing/Annotation Pointer Erasing 4.2 Performance metrics and Accuracy of Gesture Recognition Response…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Adaptive Algorithms:</a:t>
            </a:r>
            <a:r>
              <a:rPr sz="1600" b="0" i="0" u="none">
                <a:solidFill>
                  <a:srgbClr val="111827"/>
                </a:solidFill>
              </a:rPr>
              <a:t>Developing adaptive algorithms that can adjust to different lighting conditions and background complexities.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User Customization:</a:t>
            </a:r>
            <a:r>
              <a:rPr sz="1600" b="0" i="0" u="none">
                <a:solidFill>
                  <a:srgbClr val="111827"/>
                </a:solidFill>
              </a:rPr>
              <a:t>Allowing users to customize gestures according to their preferences.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Further Research</a:t>
            </a:r>
            <a:r>
              <a:rPr sz="1600" b="0" i="0" u="none">
                <a:solidFill>
                  <a:srgbClr val="111827"/>
                </a:solidFill>
              </a:rPr>
              <a:t>Further research can explore the integration of this gesture-controlled system with other interactive technologies: Virtual…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Gesture Recognition, Gesture Set, Adaptive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 — Conclusion The Research On “A Low-Cost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CONCLUSION The</a:t>
            </a:r>
            <a:r>
              <a:rPr sz="1600" b="0" i="0" u="none">
                <a:solidFill>
                  <a:srgbClr val="111827"/>
                </a:solidFill>
              </a:rPr>
              <a:t>research on “A Low-cost Hand Recognition Based Smart Board Model (HRbSBM) for the Education System”…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with its cost-effective and user-friendly approach, has the potential to revolutionize the way educational content…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has also highlighted the importance of making such advanced technology accessible to remote schools and…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proposed</a:t>
            </a:r>
            <a:r>
              <a:rPr sz="1600" b="0" i="0" u="none">
                <a:solidFill>
                  <a:srgbClr val="111827"/>
                </a:solidFill>
              </a:rPr>
              <a:t>AI-based model, designed to enhance the existing conventional presentation system, is expected to be 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Hand Recognition, Education System, Special Teachers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585289152000"/>
            <a:ext cx="9448239168000" cy="6689018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deck summarizes the document into actionable insights.</a:t>
            </a:r>
          </a:p>
          <a:p>
            <a:r>
              <a:t>Sections: Introduction, Methods, Results, Limitations,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A Low-cost Hand Recognition Based Smart … ·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