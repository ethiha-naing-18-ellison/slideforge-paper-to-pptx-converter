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/>
            </a:pPr>
            <a:r>
              <a:t>A Low-cost Hand Recognition Based Smart Board Model (HRbSBM) for the Education System A Low-cost Hand Recognition Based Smart Board Model (HRbSBM) for the Education System Thiha Naing, S M Asiful Islam Saky, Md Amin Ullah Sheikh School of Computing and Informatics, Albukhary International University, Alor Setar, Kedah, Malaysia thiha.naing@student.aiu.edu.my, asiful.saky@student.aiu.edu.my, amin.sheikh@student.aiu.edu.my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28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62495" y="6291072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9198A1"/>
                </a:solidFill>
              </a:defRPr>
            </a:pPr>
            <a:r>
              <a:t>A Low-cost Hand Recognition Based Smart … ·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10362895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200"/>
              <a:t>Additional Information — Title A Low-Cost Hand Recognition Based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4663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 i="0" u="none">
                <a:solidFill>
                  <a:srgbClr val="111827"/>
                </a:solidFill>
              </a:rPr>
              <a:t>A Low-cost</a:t>
            </a:r>
            <a:r>
              <a:rPr sz="1600" b="0" i="0" u="none">
                <a:solidFill>
                  <a:srgbClr val="111827"/>
                </a:solidFill>
              </a:rPr>
              <a:t>Hand Recognition Based Smart Board Model (HRbSBM) for the Education System A Low-cost Hand…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 i="0" u="none">
                <a:solidFill>
                  <a:srgbClr val="111827"/>
                </a:solidFill>
              </a:rPr>
              <a:t>One such</a:t>
            </a:r>
            <a:r>
              <a:rPr sz="1600" b="0" i="0" u="none">
                <a:solidFill>
                  <a:srgbClr val="111827"/>
                </a:solidFill>
              </a:rPr>
              <a:t>promising development is the “A Low-cost Hand Recognition Based Smart Board Model (HRbSBM) for the…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 i="0" u="none">
                <a:solidFill>
                  <a:srgbClr val="111827"/>
                </a:solidFill>
              </a:rPr>
              <a:t>1.1.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 i="0" u="none">
                <a:solidFill>
                  <a:srgbClr val="111827"/>
                </a:solidFill>
              </a:rPr>
              <a:t>Background Hand</a:t>
            </a:r>
            <a:r>
              <a:rPr sz="1600" b="0" i="0" u="none">
                <a:solidFill>
                  <a:srgbClr val="111827"/>
                </a:solidFill>
              </a:rPr>
              <a:t>gesture recognition has become a significant area of research in the field of human-computer…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 i="0" u="none">
                <a:solidFill>
                  <a:srgbClr val="111827"/>
                </a:solidFill>
              </a:rPr>
              <a:t>Previous studies</a:t>
            </a:r>
            <a:r>
              <a:rPr sz="1600" b="0" i="0" u="none">
                <a:solidFill>
                  <a:srgbClr val="111827"/>
                </a:solidFill>
              </a:rPr>
              <a:t>have employed pre-trained convolutional neural network models and vision transformers for hand gesture recognition [18].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88175" y="5486400"/>
            <a:ext cx="4389120" cy="640080"/>
          </a:xfrm>
          <a:prstGeom prst="rect">
            <a:avLst/>
          </a:prstGeom>
          <a:solidFill>
            <a:srgbClr val="192337"/>
          </a:solidFill>
          <a:ln>
            <a:solidFill>
              <a:srgbClr val="3C5A8C"/>
            </a:solidFill>
          </a:ln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B4DCFF"/>
                </a:solidFill>
              </a:defRPr>
            </a:pPr>
            <a:r>
              <a:t>Key terms: Education System, Low-Cost Hand, Low-Cost Hand Recognition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62495" y="6291072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9198A1"/>
                </a:solidFill>
              </a:defRPr>
            </a:pPr>
            <a:r>
              <a:t>A Low-cost Hand Recognition Based Smart … ·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10362895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200"/>
              <a:t>Additional Information — Keywords Virtualization Computer Vision Smart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4663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 i="0" u="none">
                <a:solidFill>
                  <a:srgbClr val="111827"/>
                </a:solidFill>
              </a:rPr>
              <a:t>Virtualization, Computer</a:t>
            </a:r>
            <a:r>
              <a:rPr sz="1600" b="0" i="0" u="none">
                <a:solidFill>
                  <a:srgbClr val="111827"/>
                </a:solidFill>
              </a:rPr>
              <a:t>Vision, Smart Board, Image Processing 1.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 i="0" u="none">
                <a:solidFill>
                  <a:srgbClr val="111827"/>
                </a:solidFill>
              </a:rPr>
              <a:t>INTRODUCTION The</a:t>
            </a:r>
            <a:r>
              <a:rPr sz="1600" b="0" i="0" u="none">
                <a:solidFill>
                  <a:srgbClr val="111827"/>
                </a:solidFill>
              </a:rPr>
              <a:t>advent of technology has revolutionized various…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 i="0" u="none">
                <a:solidFill>
                  <a:srgbClr val="111827"/>
                </a:solidFill>
              </a:rPr>
              <a:t>Various methods</a:t>
            </a:r>
            <a:r>
              <a:rPr sz="1600" b="0" i="0" u="none">
                <a:solidFill>
                  <a:srgbClr val="111827"/>
                </a:solidFill>
              </a:rPr>
              <a:t>have been proposed, including wearable gloves and vision-based systems.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88175" y="5486400"/>
            <a:ext cx="4389120" cy="640080"/>
          </a:xfrm>
          <a:prstGeom prst="rect">
            <a:avLst/>
          </a:prstGeom>
          <a:solidFill>
            <a:srgbClr val="192337"/>
          </a:solidFill>
          <a:ln>
            <a:solidFill>
              <a:srgbClr val="3C5A8C"/>
            </a:solidFill>
          </a:ln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B4DCFF"/>
                </a:solidFill>
              </a:defRPr>
            </a:pPr>
            <a:r>
              <a:t>Key terms: Virtualization, Virtualization Computer, Virtualization Computer Vision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62495" y="6291072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9198A1"/>
                </a:solidFill>
              </a:defRPr>
            </a:pPr>
            <a:r>
              <a:t>A Low-cost Hand Recognition Based Smart … ·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10362895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200"/>
              <a:t>Additional Information — By Using Their Hand Gesture They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4663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 i="0" u="none">
                <a:solidFill>
                  <a:srgbClr val="111827"/>
                </a:solidFill>
              </a:rPr>
              <a:t>By using</a:t>
            </a:r>
            <a:r>
              <a:rPr sz="1600" b="0" i="0" u="none">
                <a:solidFill>
                  <a:srgbClr val="111827"/>
                </a:solidFill>
              </a:rPr>
              <a:t>their hand gesture, they can educate the students.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 i="0" u="none">
                <a:solidFill>
                  <a:srgbClr val="111827"/>
                </a:solidFill>
              </a:rPr>
              <a:t>However, the</a:t>
            </a:r>
            <a:r>
              <a:rPr sz="1600" b="0" i="0" u="none">
                <a:solidFill>
                  <a:srgbClr val="111827"/>
                </a:solidFill>
              </a:rPr>
              <a:t>former can be expensive and unstable in some environments.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88175" y="5486400"/>
            <a:ext cx="4389120" cy="640080"/>
          </a:xfrm>
          <a:prstGeom prst="rect">
            <a:avLst/>
          </a:prstGeom>
          <a:solidFill>
            <a:srgbClr val="192337"/>
          </a:solidFill>
          <a:ln>
            <a:solidFill>
              <a:srgbClr val="3C5A8C"/>
            </a:solidFill>
          </a:ln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B4DCFF"/>
                </a:solidFill>
              </a:defRPr>
            </a:pPr>
            <a:r>
              <a:t>Key terms: Their Hand, Their Hand Gesture, Hand Gesture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62495" y="6291072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9198A1"/>
                </a:solidFill>
              </a:defRPr>
            </a:pPr>
            <a:r>
              <a:t>A Low-cost Hand Recognition Based Smart … ·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10362895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200"/>
              <a:t>Additional Information — This Research Aims To Explore The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4663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 i="0" u="none">
                <a:solidFill>
                  <a:srgbClr val="111827"/>
                </a:solidFill>
              </a:rPr>
              <a:t>This research</a:t>
            </a:r>
            <a:r>
              <a:rPr sz="1600" b="0" i="0" u="none">
                <a:solidFill>
                  <a:srgbClr val="111827"/>
                </a:solidFill>
              </a:rPr>
              <a:t>aims to explore the potential of hand recognition technology in enhancing the learning experience, making…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 i="0" u="none">
                <a:solidFill>
                  <a:srgbClr val="111827"/>
                </a:solidFill>
              </a:rPr>
              <a:t>The HRbSBM,</a:t>
            </a:r>
            <a:r>
              <a:rPr sz="1600" b="0" i="0" u="none">
                <a:solidFill>
                  <a:srgbClr val="111827"/>
                </a:solidFill>
              </a:rPr>
              <a:t>a cost-effective solution, leverages advanced algorithms and techniques to recognize hand gestures, thereby enabling a…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 i="0" u="none">
                <a:solidFill>
                  <a:srgbClr val="111827"/>
                </a:solidFill>
              </a:rPr>
              <a:t>The goal</a:t>
            </a:r>
            <a:r>
              <a:rPr sz="1600" b="0" i="0" u="none">
                <a:solidFill>
                  <a:srgbClr val="111827"/>
                </a:solidFill>
              </a:rPr>
              <a:t>is to make digital learning more accessible and interactive, potentially benefiting students and educators alike [19].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88175" y="5486400"/>
            <a:ext cx="4389120" cy="640080"/>
          </a:xfrm>
          <a:prstGeom prst="rect">
            <a:avLst/>
          </a:prstGeom>
          <a:solidFill>
            <a:srgbClr val="192337"/>
          </a:solidFill>
          <a:ln>
            <a:solidFill>
              <a:srgbClr val="3C5A8C"/>
            </a:solidFill>
          </a:ln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B4DCFF"/>
                </a:solidFill>
              </a:defRPr>
            </a:pPr>
            <a:r>
              <a:t>Key terms: Research Aims, Hand Recognition, Hand Recognition Technology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62495" y="6291072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9198A1"/>
                </a:solidFill>
              </a:defRPr>
            </a:pPr>
            <a:r>
              <a:t>A Low-cost Hand Recognition Based Smart … ·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10362895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200"/>
              <a:t>Additional Information — Proposed Model Hrbsbm Will Provide 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4663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 i="0" u="none">
                <a:solidFill>
                  <a:srgbClr val="111827"/>
                </a:solidFill>
              </a:rPr>
              <a:t>Proposed Model</a:t>
            </a:r>
            <a:r>
              <a:rPr sz="1600" b="0" i="0" u="none">
                <a:solidFill>
                  <a:srgbClr val="111827"/>
                </a:solidFill>
              </a:rPr>
              <a:t>HRbSBM will provide a cozy environment to the researchers, teachers, students, and industry persons for…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 i="0" u="none">
                <a:solidFill>
                  <a:srgbClr val="111827"/>
                </a:solidFill>
              </a:rPr>
              <a:t>This proposed</a:t>
            </a:r>
            <a:r>
              <a:rPr sz="1600" b="0" i="0" u="none">
                <a:solidFill>
                  <a:srgbClr val="111827"/>
                </a:solidFill>
              </a:rPr>
              <a:t>model (HRbSBM) will also be beneficial for those teachers who cannot stand and cannot…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 i="0" u="none">
                <a:solidFill>
                  <a:srgbClr val="111827"/>
                </a:solidFill>
              </a:rPr>
              <a:t>It will</a:t>
            </a:r>
            <a:r>
              <a:rPr sz="1600" b="0" i="0" u="none">
                <a:solidFill>
                  <a:srgbClr val="111827"/>
                </a:solidFill>
              </a:rPr>
              <a:t>be able to use a hand gesture to control its computer.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 i="0" u="none">
                <a:solidFill>
                  <a:srgbClr val="111827"/>
                </a:solidFill>
              </a:rPr>
              <a:t>In the</a:t>
            </a:r>
            <a:r>
              <a:rPr sz="1600" b="0" i="0" u="none">
                <a:solidFill>
                  <a:srgbClr val="111827"/>
                </a:solidFill>
              </a:rPr>
              <a:t>conventional method, a wireless pen or remote is provided to the presenting person and that…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88175" y="5486400"/>
            <a:ext cx="4389120" cy="640080"/>
          </a:xfrm>
          <a:prstGeom prst="rect">
            <a:avLst/>
          </a:prstGeom>
          <a:solidFill>
            <a:srgbClr val="192337"/>
          </a:solidFill>
          <a:ln>
            <a:solidFill>
              <a:srgbClr val="3C5A8C"/>
            </a:solidFill>
          </a:ln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B4DCFF"/>
                </a:solidFill>
              </a:defRPr>
            </a:pPr>
            <a:r>
              <a:t>Key terms: Proposed Model, Proposed Model Hrbsbm, Model Hrbsbm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62495" y="6291072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9198A1"/>
                </a:solidFill>
              </a:defRPr>
            </a:pPr>
            <a:r>
              <a:t>A Low-cost Hand Recognition Based Smart … ·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10362895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200"/>
              <a:t>Additional Information — During The Presentation Changing The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4663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 i="0" u="none">
                <a:solidFill>
                  <a:srgbClr val="111827"/>
                </a:solidFill>
              </a:rPr>
              <a:t>During the</a:t>
            </a:r>
            <a:r>
              <a:rPr sz="1600" b="0" i="0" u="none">
                <a:solidFill>
                  <a:srgbClr val="111827"/>
                </a:solidFill>
              </a:rPr>
              <a:t>presentation, changing the presentation, drawing something on the screen, and controlling the computer is no…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 i="0" u="none">
                <a:solidFill>
                  <a:srgbClr val="111827"/>
                </a:solidFill>
              </a:rPr>
              <a:t>On the</a:t>
            </a:r>
            <a:r>
              <a:rPr sz="1600" b="0" i="0" u="none">
                <a:solidFill>
                  <a:srgbClr val="111827"/>
                </a:solidFill>
              </a:rPr>
              <a:t>other hand, vision-based systems, like the one proposed in this research, offer a more user-friendly…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88175" y="5486400"/>
            <a:ext cx="4389120" cy="640080"/>
          </a:xfrm>
          <a:prstGeom prst="rect">
            <a:avLst/>
          </a:prstGeom>
          <a:solidFill>
            <a:srgbClr val="192337"/>
          </a:solidFill>
          <a:ln>
            <a:solidFill>
              <a:srgbClr val="3C5A8C"/>
            </a:solidFill>
          </a:ln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B4DCFF"/>
                </a:solidFill>
              </a:defRPr>
            </a:pPr>
            <a:r>
              <a:t>Key terms: Presentation Changing, Presentation Drawing, Presentation Drawing Something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62495" y="6291072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9198A1"/>
                </a:solidFill>
              </a:defRPr>
            </a:pPr>
            <a:r>
              <a:t>A Low-cost Hand Recognition Based Smart … ·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36127360000" y="585289152000"/>
            <a:ext cx="9448239168000" cy="668901888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800"/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327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deck summarizes the document into actionable insights.</a:t>
            </a:r>
          </a:p>
          <a:p>
            <a:r>
              <a:t>Sections: Introduction, Methods, Results, Limitations, Conclusion.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62495" y="6291072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9198A1"/>
                </a:solidFill>
              </a:defRPr>
            </a:pPr>
            <a:r>
              <a:t>A Low-cost Hand Recognition Based Smart … ·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10362895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200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4663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 i="0" u="none">
                <a:solidFill>
                  <a:srgbClr val="111827"/>
                </a:solidFill>
              </a:rPr>
              <a:t>Other: Proposed</a:t>
            </a:r>
            <a:r>
              <a:rPr sz="1600" b="0" i="0" u="none">
                <a:solidFill>
                  <a:srgbClr val="111827"/>
                </a:solidFill>
              </a:rPr>
              <a:t>Model HRbSBM will provide a cozy environment to the researchers, teachers, students, and industry persons for…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 i="0" u="none">
                <a:solidFill>
                  <a:srgbClr val="111827"/>
                </a:solidFill>
              </a:rPr>
              <a:t>Summary: Proposed</a:t>
            </a:r>
            <a:r>
              <a:rPr sz="1600" b="0" i="0" u="none">
                <a:solidFill>
                  <a:srgbClr val="111827"/>
                </a:solidFill>
              </a:rPr>
              <a:t>Model HRbSBM will provide a cozy environment to the researchers, teachers, students, and industry persons for…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88175" y="5486400"/>
            <a:ext cx="4389120" cy="640080"/>
          </a:xfrm>
          <a:prstGeom prst="rect">
            <a:avLst/>
          </a:prstGeom>
          <a:solidFill>
            <a:srgbClr val="192337"/>
          </a:solidFill>
          <a:ln>
            <a:solidFill>
              <a:srgbClr val="3C5A8C"/>
            </a:solidFill>
          </a:ln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B4DCFF"/>
                </a:solidFill>
              </a:defRPr>
            </a:pPr>
            <a:r>
              <a:t>Key terms: Proposed Model, Proposed Model Hrbsbm, Proposed Model Hrbsbm Will, Model Hrbsbm, Model Hrbsbm Will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