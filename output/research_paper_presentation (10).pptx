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A Low-cost Hand Recognition Based Smart Board Model (HRbSBM) for the Education System A Low-cost Hand Recognition Based Smart Board Model (HRbSBM) for the Education System Thiha Naing, S M Asiful Islam Saky, Md Amin Ullah Sheikh School of Computing and Informatics, Albukhary International University, Alor Setar, Kedah, Malaysia thiha.naing@student.aiu.edu.my, asiful.saky@student.aiu.edu.my, amin.sheikh@student.aiu.edu.my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Title A Low-Cost Hand Recognition 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 Low-cost</a:t>
            </a:r>
            <a:r>
              <a:rPr sz="1600" b="0" i="0" u="none">
                <a:solidFill>
                  <a:srgbClr val="111827"/>
                </a:solidFill>
              </a:rPr>
              <a:t>Hand Recognition Based Smart Board Model (HRbSBM) for the Education System A Low-cost Hand…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1.1.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Background Hand</a:t>
            </a:r>
            <a:r>
              <a:rPr sz="1600" b="0" i="0" u="none">
                <a:solidFill>
                  <a:srgbClr val="111827"/>
                </a:solidFill>
              </a:rPr>
              <a:t>gesture recognition has become a significant area of research in the field of human-computer…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Previous studies</a:t>
            </a:r>
            <a:r>
              <a:rPr sz="1600" b="0" i="0" u="none">
                <a:solidFill>
                  <a:srgbClr val="111827"/>
                </a:solidFill>
              </a:rPr>
              <a:t>have employed pre-trained convolutional neural network models and vision transformers for hand gesture recognition [18].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Low-Cost Hand, Low-Cost Hand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Keywords Virtualization Computer Vision Smart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Virtualization, Computer</a:t>
            </a:r>
            <a:r>
              <a:rPr sz="1600" b="0" i="0" u="none">
                <a:solidFill>
                  <a:srgbClr val="111827"/>
                </a:solidFill>
              </a:rPr>
              <a:t>Vision, Smart Board, Image Processing 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Various methods</a:t>
            </a:r>
            <a:r>
              <a:rPr sz="1600" b="0" i="0" u="none">
                <a:solidFill>
                  <a:srgbClr val="111827"/>
                </a:solidFill>
              </a:rPr>
              <a:t>have been proposed, including wearable gloves and vision-based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Virtualization, Virtualization Computer, Virtualization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By Using Their Hand Gesture They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However, the</a:t>
            </a:r>
            <a:r>
              <a:rPr sz="1600" b="0" i="0" u="none">
                <a:solidFill>
                  <a:srgbClr val="111827"/>
                </a:solidFill>
              </a:rPr>
              <a:t>former can be expensive and unstable in some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Their Hand, Their Hand Gesture,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This Research Aims To Explore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goal</a:t>
            </a:r>
            <a:r>
              <a:rPr sz="1600" b="0" i="0" u="none">
                <a:solidFill>
                  <a:srgbClr val="111827"/>
                </a:solidFill>
              </a:rPr>
              <a:t>is to make digital learning more accessible and interactive, potentially benefiting students and educators alike [19].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Research Aims, Hand Recognition, Hand Recognition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Proposed Model Hrbsbm Will Provide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will</a:t>
            </a:r>
            <a:r>
              <a:rPr sz="1600" b="0" i="0" u="none">
                <a:solidFill>
                  <a:srgbClr val="111827"/>
                </a:solidFill>
              </a:rPr>
              <a:t>be able to use a hand gesture to control its computer.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During The Presentation Changing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During the</a:t>
            </a:r>
            <a:r>
              <a:rPr sz="1600" b="0" i="0" u="none">
                <a:solidFill>
                  <a:srgbClr val="111827"/>
                </a:solidFill>
              </a:rPr>
              <a:t>presentation, changing the presentation, drawing something on the screen, and controlling the computer is no…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 the</a:t>
            </a:r>
            <a:r>
              <a:rPr sz="1600" b="0" i="0" u="none">
                <a:solidFill>
                  <a:srgbClr val="111827"/>
                </a:solidFill>
              </a:rPr>
              <a:t>other hand, vision-based systems, like the one proposed in this research, offer a more user-friendly…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Presentation Changing, Presentation Drawing, Presentation Drawing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**Other:</a:t>
            </a:r>
            <a:r>
              <a:rPr sz="1600" b="1" i="0" u="none">
                <a:solidFill>
                  <a:srgbClr val="111827"/>
                </a:solidFill>
              </a:rPr>
              <a:t>Proposed</a:t>
            </a:r>
            <a:r>
              <a:rPr sz="1600" b="0" i="0" u="none">
                <a:solidFill>
                  <a:srgbClr val="111827"/>
                </a:solidFill>
              </a:rPr>
              <a:t>Model** 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**Summary:</a:t>
            </a:r>
            <a:r>
              <a:rPr sz="1600" b="1" i="0" u="none">
                <a:solidFill>
                  <a:srgbClr val="111827"/>
                </a:solidFill>
              </a:rPr>
              <a:t>Proposed</a:t>
            </a:r>
            <a:r>
              <a:rPr sz="1600" b="0" i="0" u="none">
                <a:solidFill>
                  <a:srgbClr val="111827"/>
                </a:solidFill>
              </a:rPr>
              <a:t>Model** HRbSBM will provide a cozy environment to the researchers, teachers, students, and industry persons for…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Proposed Model Hrbsbm Will, Model Hrbsbm, Model Hrbsbm Will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